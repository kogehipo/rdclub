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0275213" cy="42811700"/>
  <p:notesSz cx="6858000" cy="9144000"/>
  <p:defaultTextStyle>
    <a:defPPr>
      <a:defRPr lang="ja-JP"/>
    </a:defPPr>
    <a:lvl1pPr marL="0" algn="l" defTabSz="2088170" rtl="0" eaLnBrk="1" latinLnBrk="0" hangingPunct="1">
      <a:defRPr kumimoji="1" sz="82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kumimoji="1" sz="82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kumimoji="1" sz="82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kumimoji="1" sz="82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kumimoji="1" sz="82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kumimoji="1" sz="82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kumimoji="1" sz="82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kumimoji="1" sz="82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kumimoji="1"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4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8FF"/>
    <a:srgbClr val="00FFFF"/>
    <a:srgbClr val="0099CC"/>
    <a:srgbClr val="0099FF"/>
    <a:srgbClr val="0092D2"/>
    <a:srgbClr val="0092D1"/>
    <a:srgbClr val="00D5FF"/>
    <a:srgbClr val="1292D1"/>
    <a:srgbClr val="0091D1"/>
    <a:srgbClr val="00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6"/>
  </p:normalViewPr>
  <p:slideViewPr>
    <p:cSldViewPr snapToGrid="0" snapToObjects="1">
      <p:cViewPr varScale="1">
        <p:scale>
          <a:sx n="17" d="100"/>
          <a:sy n="17" d="100"/>
        </p:scale>
        <p:origin x="2550" y="108"/>
      </p:cViewPr>
      <p:guideLst>
        <p:guide orient="horz" pos="13484"/>
        <p:guide pos="9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F3AB4-5AF3-6F42-82B0-0CF4A55BF2C0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D037C-351E-0643-95B8-B06C3192E2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12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88170" rtl="0" eaLnBrk="1" latinLnBrk="0" hangingPunct="1">
      <a:defRPr kumimoji="1" sz="55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kumimoji="1" sz="55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kumimoji="1" sz="55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kumimoji="1" sz="55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kumimoji="1" sz="55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kumimoji="1" sz="55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kumimoji="1" sz="55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kumimoji="1" sz="55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kumimoji="1"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270641" y="13299379"/>
            <a:ext cx="25733931" cy="9176767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4541282" y="24259963"/>
            <a:ext cx="21192649" cy="1094076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8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6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4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2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40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9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7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5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39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197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91533" y="27510485"/>
            <a:ext cx="25733931" cy="8502879"/>
          </a:xfrm>
        </p:spPr>
        <p:txBody>
          <a:bodyPr anchor="t"/>
          <a:lstStyle>
            <a:lvl1pPr algn="l">
              <a:defRPr sz="183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2391533" y="18145428"/>
            <a:ext cx="25733931" cy="9365056"/>
          </a:xfrm>
        </p:spPr>
        <p:txBody>
          <a:bodyPr anchor="b"/>
          <a:lstStyle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88170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6339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6450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5267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4084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2901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1718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05356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90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513761" y="9989400"/>
            <a:ext cx="13371552" cy="28253743"/>
          </a:xfr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5389900" y="9989400"/>
            <a:ext cx="13371552" cy="28253743"/>
          </a:xfr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874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513761" y="9583085"/>
            <a:ext cx="13376810" cy="3993774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513761" y="13576859"/>
            <a:ext cx="13376810" cy="24666281"/>
          </a:xfrm>
        </p:spPr>
        <p:txBody>
          <a:bodyPr/>
          <a:lstStyle>
            <a:lvl1pPr>
              <a:defRPr sz="110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5379389" y="9583085"/>
            <a:ext cx="13382065" cy="3993774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88170" indent="0">
              <a:buNone/>
              <a:defRPr sz="9100" b="1"/>
            </a:lvl2pPr>
            <a:lvl3pPr marL="4176339" indent="0">
              <a:buNone/>
              <a:defRPr sz="8200" b="1"/>
            </a:lvl3pPr>
            <a:lvl4pPr marL="6264509" indent="0">
              <a:buNone/>
              <a:defRPr sz="7300" b="1"/>
            </a:lvl4pPr>
            <a:lvl5pPr marL="8352678" indent="0">
              <a:buNone/>
              <a:defRPr sz="7300" b="1"/>
            </a:lvl5pPr>
            <a:lvl6pPr marL="10440848" indent="0">
              <a:buNone/>
              <a:defRPr sz="7300" b="1"/>
            </a:lvl6pPr>
            <a:lvl7pPr marL="12529017" indent="0">
              <a:buNone/>
              <a:defRPr sz="7300" b="1"/>
            </a:lvl7pPr>
            <a:lvl8pPr marL="14617187" indent="0">
              <a:buNone/>
              <a:defRPr sz="7300" b="1"/>
            </a:lvl8pPr>
            <a:lvl9pPr marL="16705356" indent="0">
              <a:buNone/>
              <a:defRPr sz="73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15379389" y="13576859"/>
            <a:ext cx="13382065" cy="24666281"/>
          </a:xfrm>
        </p:spPr>
        <p:txBody>
          <a:bodyPr/>
          <a:lstStyle>
            <a:lvl1pPr>
              <a:defRPr sz="110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415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40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184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513763" y="1704540"/>
            <a:ext cx="9960336" cy="7254205"/>
          </a:xfrm>
        </p:spPr>
        <p:txBody>
          <a:bodyPr anchor="b"/>
          <a:lstStyle>
            <a:lvl1pPr algn="l">
              <a:defRPr sz="91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1836767" y="1704543"/>
            <a:ext cx="16924685" cy="36538600"/>
          </a:xfrm>
        </p:spPr>
        <p:txBody>
          <a:bodyPr/>
          <a:lstStyle>
            <a:lvl1pPr>
              <a:defRPr sz="14600"/>
            </a:lvl1pPr>
            <a:lvl2pPr>
              <a:defRPr sz="12800"/>
            </a:lvl2pPr>
            <a:lvl3pPr>
              <a:defRPr sz="11000"/>
            </a:lvl3pPr>
            <a:lvl4pPr>
              <a:defRPr sz="9100"/>
            </a:lvl4pPr>
            <a:lvl5pPr>
              <a:defRPr sz="9100"/>
            </a:lvl5pPr>
            <a:lvl6pPr>
              <a:defRPr sz="9100"/>
            </a:lvl6pPr>
            <a:lvl7pPr>
              <a:defRPr sz="9100"/>
            </a:lvl7pPr>
            <a:lvl8pPr>
              <a:defRPr sz="9100"/>
            </a:lvl8pPr>
            <a:lvl9pPr>
              <a:defRPr sz="91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513763" y="8958748"/>
            <a:ext cx="9960336" cy="29284395"/>
          </a:xfrm>
        </p:spPr>
        <p:txBody>
          <a:bodyPr/>
          <a:lstStyle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285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934154" y="29968190"/>
            <a:ext cx="18165128" cy="3537914"/>
          </a:xfrm>
        </p:spPr>
        <p:txBody>
          <a:bodyPr anchor="b"/>
          <a:lstStyle>
            <a:lvl1pPr algn="l">
              <a:defRPr sz="91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934154" y="3825305"/>
            <a:ext cx="18165128" cy="25687020"/>
          </a:xfrm>
        </p:spPr>
        <p:txBody>
          <a:bodyPr/>
          <a:lstStyle>
            <a:lvl1pPr marL="0" indent="0">
              <a:buNone/>
              <a:defRPr sz="14600"/>
            </a:lvl1pPr>
            <a:lvl2pPr marL="2088170" indent="0">
              <a:buNone/>
              <a:defRPr sz="12800"/>
            </a:lvl2pPr>
            <a:lvl3pPr marL="4176339" indent="0">
              <a:buNone/>
              <a:defRPr sz="11000"/>
            </a:lvl3pPr>
            <a:lvl4pPr marL="6264509" indent="0">
              <a:buNone/>
              <a:defRPr sz="9100"/>
            </a:lvl4pPr>
            <a:lvl5pPr marL="8352678" indent="0">
              <a:buNone/>
              <a:defRPr sz="9100"/>
            </a:lvl5pPr>
            <a:lvl6pPr marL="10440848" indent="0">
              <a:buNone/>
              <a:defRPr sz="9100"/>
            </a:lvl6pPr>
            <a:lvl7pPr marL="12529017" indent="0">
              <a:buNone/>
              <a:defRPr sz="9100"/>
            </a:lvl7pPr>
            <a:lvl8pPr marL="14617187" indent="0">
              <a:buNone/>
              <a:defRPr sz="9100"/>
            </a:lvl8pPr>
            <a:lvl9pPr marL="16705356" indent="0">
              <a:buNone/>
              <a:defRPr sz="91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934154" y="33506104"/>
            <a:ext cx="18165128" cy="5024426"/>
          </a:xfrm>
        </p:spPr>
        <p:txBody>
          <a:bodyPr/>
          <a:lstStyle>
            <a:lvl1pPr marL="0" indent="0">
              <a:buNone/>
              <a:defRPr sz="6400"/>
            </a:lvl1pPr>
            <a:lvl2pPr marL="2088170" indent="0">
              <a:buNone/>
              <a:defRPr sz="5500"/>
            </a:lvl2pPr>
            <a:lvl3pPr marL="4176339" indent="0">
              <a:buNone/>
              <a:defRPr sz="4600"/>
            </a:lvl3pPr>
            <a:lvl4pPr marL="6264509" indent="0">
              <a:buNone/>
              <a:defRPr sz="4100"/>
            </a:lvl4pPr>
            <a:lvl5pPr marL="8352678" indent="0">
              <a:buNone/>
              <a:defRPr sz="4100"/>
            </a:lvl5pPr>
            <a:lvl6pPr marL="10440848" indent="0">
              <a:buNone/>
              <a:defRPr sz="4100"/>
            </a:lvl6pPr>
            <a:lvl7pPr marL="12529017" indent="0">
              <a:buNone/>
              <a:defRPr sz="4100"/>
            </a:lvl7pPr>
            <a:lvl8pPr marL="14617187" indent="0">
              <a:buNone/>
              <a:defRPr sz="4100"/>
            </a:lvl8pPr>
            <a:lvl9pPr marL="16705356" indent="0">
              <a:buNone/>
              <a:defRPr sz="41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87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67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21949529" y="1714456"/>
            <a:ext cx="6811923" cy="3652868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513761" y="1714456"/>
            <a:ext cx="19931182" cy="3652868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177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513761" y="1714453"/>
            <a:ext cx="27247692" cy="7135283"/>
          </a:xfrm>
          <a:prstGeom prst="rect">
            <a:avLst/>
          </a:prstGeom>
        </p:spPr>
        <p:txBody>
          <a:bodyPr vert="horz" lIns="417634" tIns="208817" rIns="417634" bIns="208817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513761" y="9989400"/>
            <a:ext cx="27247692" cy="28253743"/>
          </a:xfrm>
          <a:prstGeom prst="rect">
            <a:avLst/>
          </a:prstGeom>
        </p:spPr>
        <p:txBody>
          <a:bodyPr vert="horz" lIns="417634" tIns="208817" rIns="417634" bIns="208817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1513761" y="39680106"/>
            <a:ext cx="7064216" cy="2279327"/>
          </a:xfrm>
          <a:prstGeom prst="rect">
            <a:avLst/>
          </a:prstGeom>
        </p:spPr>
        <p:txBody>
          <a:bodyPr vert="horz" lIns="417634" tIns="208817" rIns="417634" bIns="20881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610C5-45D4-9746-80E7-BC7588E2EAB3}" type="datetimeFigureOut">
              <a:rPr kumimoji="1" lang="ja-JP" altLang="en-US" smtClean="0"/>
              <a:t>2024/9/17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344031" y="39680106"/>
            <a:ext cx="9587151" cy="2279327"/>
          </a:xfrm>
          <a:prstGeom prst="rect">
            <a:avLst/>
          </a:prstGeom>
        </p:spPr>
        <p:txBody>
          <a:bodyPr vert="horz" lIns="417634" tIns="208817" rIns="417634" bIns="20881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21697236" y="39680106"/>
            <a:ext cx="7064216" cy="2279327"/>
          </a:xfrm>
          <a:prstGeom prst="rect">
            <a:avLst/>
          </a:prstGeom>
        </p:spPr>
        <p:txBody>
          <a:bodyPr vert="horz" lIns="417634" tIns="208817" rIns="417634" bIns="20881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08DBB-625D-7249-AADD-B223B16E5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57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8170" rtl="0" eaLnBrk="1" latinLnBrk="0" hangingPunct="1">
        <a:spcBef>
          <a:spcPct val="0"/>
        </a:spcBef>
        <a:buNone/>
        <a:defRPr kumimoji="1"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6127" indent="-1566127" algn="l" defTabSz="2088170" rtl="0" eaLnBrk="1" latinLnBrk="0" hangingPunct="1">
        <a:spcBef>
          <a:spcPct val="20000"/>
        </a:spcBef>
        <a:buFont typeface="Arial"/>
        <a:buChar char="•"/>
        <a:defRPr kumimoji="1"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93276" indent="-1305106" algn="l" defTabSz="2088170" rtl="0" eaLnBrk="1" latinLnBrk="0" hangingPunct="1">
        <a:spcBef>
          <a:spcPct val="20000"/>
        </a:spcBef>
        <a:buFont typeface="Arial"/>
        <a:buChar char="–"/>
        <a:defRPr kumimoji="1"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20424" indent="-1044085" algn="l" defTabSz="2088170" rtl="0" eaLnBrk="1" latinLnBrk="0" hangingPunct="1">
        <a:spcBef>
          <a:spcPct val="20000"/>
        </a:spcBef>
        <a:buFont typeface="Arial"/>
        <a:buChar char="•"/>
        <a:defRPr kumimoji="1"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08593" indent="-1044085" algn="l" defTabSz="2088170" rtl="0" eaLnBrk="1" latinLnBrk="0" hangingPunct="1">
        <a:spcBef>
          <a:spcPct val="20000"/>
        </a:spcBef>
        <a:buFont typeface="Arial"/>
        <a:buChar char="–"/>
        <a:defRPr kumimoji="1"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9396763" indent="-1044085" algn="l" defTabSz="2088170" rtl="0" eaLnBrk="1" latinLnBrk="0" hangingPunct="1">
        <a:spcBef>
          <a:spcPct val="20000"/>
        </a:spcBef>
        <a:buFont typeface="Arial"/>
        <a:buChar char="»"/>
        <a:defRPr kumimoji="1"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4933" indent="-1044085" algn="l" defTabSz="2088170" rtl="0" eaLnBrk="1" latinLnBrk="0" hangingPunct="1">
        <a:spcBef>
          <a:spcPct val="20000"/>
        </a:spcBef>
        <a:buFont typeface="Arial"/>
        <a:buChar char="•"/>
        <a:defRPr kumimoji="1"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3102" indent="-1044085" algn="l" defTabSz="2088170" rtl="0" eaLnBrk="1" latinLnBrk="0" hangingPunct="1">
        <a:spcBef>
          <a:spcPct val="20000"/>
        </a:spcBef>
        <a:buFont typeface="Arial"/>
        <a:buChar char="•"/>
        <a:defRPr kumimoji="1"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61272" indent="-1044085" algn="l" defTabSz="2088170" rtl="0" eaLnBrk="1" latinLnBrk="0" hangingPunct="1">
        <a:spcBef>
          <a:spcPct val="20000"/>
        </a:spcBef>
        <a:buFont typeface="Arial"/>
        <a:buChar char="•"/>
        <a:defRPr kumimoji="1"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9441" indent="-1044085" algn="l" defTabSz="2088170" rtl="0" eaLnBrk="1" latinLnBrk="0" hangingPunct="1">
        <a:spcBef>
          <a:spcPct val="20000"/>
        </a:spcBef>
        <a:buFont typeface="Arial"/>
        <a:buChar char="•"/>
        <a:defRPr kumimoji="1"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2088170" rtl="0" eaLnBrk="1" latinLnBrk="0" hangingPunct="1">
        <a:defRPr kumimoji="1"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8170" algn="l" defTabSz="2088170" rtl="0" eaLnBrk="1" latinLnBrk="0" hangingPunct="1">
        <a:defRPr kumimoji="1"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6339" algn="l" defTabSz="2088170" rtl="0" eaLnBrk="1" latinLnBrk="0" hangingPunct="1">
        <a:defRPr kumimoji="1"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4509" algn="l" defTabSz="2088170" rtl="0" eaLnBrk="1" latinLnBrk="0" hangingPunct="1">
        <a:defRPr kumimoji="1"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52678" algn="l" defTabSz="2088170" rtl="0" eaLnBrk="1" latinLnBrk="0" hangingPunct="1">
        <a:defRPr kumimoji="1"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0848" algn="l" defTabSz="2088170" rtl="0" eaLnBrk="1" latinLnBrk="0" hangingPunct="1">
        <a:defRPr kumimoji="1"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9017" algn="l" defTabSz="2088170" rtl="0" eaLnBrk="1" latinLnBrk="0" hangingPunct="1">
        <a:defRPr kumimoji="1"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7187" algn="l" defTabSz="2088170" rtl="0" eaLnBrk="1" latinLnBrk="0" hangingPunct="1">
        <a:defRPr kumimoji="1"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05356" algn="l" defTabSz="2088170" rtl="0" eaLnBrk="1" latinLnBrk="0" hangingPunct="1">
        <a:defRPr kumimoji="1"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BB84EED-2550-2843-97D2-27BF9AD80C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30" t="2212" r="17320" b="91147"/>
          <a:stretch/>
        </p:blipFill>
        <p:spPr>
          <a:xfrm>
            <a:off x="21211909" y="11142"/>
            <a:ext cx="7886701" cy="2843122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720548" y="4479982"/>
            <a:ext cx="2618163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0000" b="1" dirty="0">
                <a:solidFill>
                  <a:srgbClr val="00B8FF"/>
                </a:solidFill>
                <a:ea typeface="メイリオ"/>
              </a:rPr>
              <a:t>タイトル</a:t>
            </a:r>
            <a:r>
              <a:rPr lang="ja-JP" altLang="en-US" sz="8000" b="1" dirty="0">
                <a:solidFill>
                  <a:srgbClr val="00B8FF"/>
                </a:solidFill>
                <a:ea typeface="メイリオ"/>
              </a:rPr>
              <a:t> </a:t>
            </a:r>
            <a:r>
              <a:rPr lang="ja-JP" altLang="en-US" sz="6600" b="1" dirty="0">
                <a:solidFill>
                  <a:srgbClr val="00B8FF"/>
                </a:solidFill>
                <a:ea typeface="メイリオ"/>
              </a:rPr>
              <a:t>（メイリオ</a:t>
            </a:r>
            <a:r>
              <a:rPr lang="en-US" altLang="ja-JP" sz="6600" b="1" dirty="0">
                <a:solidFill>
                  <a:srgbClr val="00B8FF"/>
                </a:solidFill>
                <a:ea typeface="メイリオ"/>
              </a:rPr>
              <a:t>B or</a:t>
            </a:r>
            <a:r>
              <a:rPr lang="ja-JP" altLang="en-US" sz="6600" b="1" dirty="0">
                <a:solidFill>
                  <a:srgbClr val="00B8FF"/>
                </a:solidFill>
                <a:ea typeface="メイリオ"/>
              </a:rPr>
              <a:t>小塚ゴシック</a:t>
            </a:r>
            <a:r>
              <a:rPr lang="en-US" altLang="ja-JP" sz="6600" b="1" dirty="0">
                <a:solidFill>
                  <a:srgbClr val="00B8FF"/>
                </a:solidFill>
                <a:ea typeface="メイリオ"/>
              </a:rPr>
              <a:t>B, 60〜100pt</a:t>
            </a:r>
            <a:r>
              <a:rPr lang="ja-JP" altLang="en-US" sz="6600" b="1" dirty="0">
                <a:solidFill>
                  <a:srgbClr val="00B8FF"/>
                </a:solidFill>
                <a:ea typeface="メイリオ"/>
              </a:rPr>
              <a:t>程度） 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2720548" y="2423376"/>
            <a:ext cx="15135225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ja-JP" altLang="en-US" sz="5000" dirty="0">
                <a:latin typeface="メイリオ"/>
                <a:ea typeface="メイリオ"/>
                <a:cs typeface="メイリオ"/>
              </a:rPr>
              <a:t>企業名　</a:t>
            </a:r>
            <a:r>
              <a:rPr lang="en-US" altLang="ja-JP" sz="3600" dirty="0">
                <a:latin typeface="メイリオ"/>
                <a:ea typeface="メイリオ"/>
                <a:cs typeface="メイリオ"/>
              </a:rPr>
              <a:t>A</a:t>
            </a:r>
            <a:r>
              <a:rPr lang="ja-JP" altLang="en-US" sz="3600" dirty="0">
                <a:latin typeface="メイリオ"/>
                <a:ea typeface="メイリオ"/>
                <a:cs typeface="メイリオ"/>
              </a:rPr>
              <a:t>班 （メイリオ</a:t>
            </a:r>
            <a:r>
              <a:rPr lang="en-US" altLang="ja-JP" sz="3600" dirty="0">
                <a:latin typeface="メイリオ"/>
                <a:ea typeface="メイリオ"/>
                <a:cs typeface="メイリオ"/>
              </a:rPr>
              <a:t>R or</a:t>
            </a:r>
            <a:r>
              <a:rPr lang="ja-JP" altLang="en-US" sz="3600" dirty="0">
                <a:latin typeface="メイリオ"/>
                <a:ea typeface="メイリオ"/>
                <a:cs typeface="メイリオ"/>
              </a:rPr>
              <a:t>小塚ゴシック</a:t>
            </a:r>
            <a:r>
              <a:rPr lang="en-US" altLang="ja-JP" sz="3600" dirty="0">
                <a:latin typeface="メイリオ"/>
                <a:ea typeface="メイリオ"/>
                <a:cs typeface="メイリオ"/>
              </a:rPr>
              <a:t>R, 50〜60pt</a:t>
            </a:r>
            <a:r>
              <a:rPr lang="ja-JP" altLang="en-US" sz="3600" dirty="0"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701BB0-0F93-424F-A57F-0796D0906A11}"/>
              </a:ext>
            </a:extLst>
          </p:cNvPr>
          <p:cNvSpPr txBox="1"/>
          <p:nvPr/>
        </p:nvSpPr>
        <p:spPr>
          <a:xfrm>
            <a:off x="2434798" y="811062"/>
            <a:ext cx="1200150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7200" b="1" dirty="0">
                <a:solidFill>
                  <a:srgbClr val="00B0F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RD</a:t>
            </a:r>
            <a:r>
              <a:rPr lang="ja-JP" altLang="en-US" sz="7200" b="1" dirty="0">
                <a:solidFill>
                  <a:srgbClr val="00B0F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クラブ　</a:t>
            </a:r>
            <a:r>
              <a:rPr lang="en-US" altLang="ja-JP" sz="7200" b="1" dirty="0">
                <a:solidFill>
                  <a:srgbClr val="00B0F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endParaRPr kumimoji="1" lang="ja-JP" altLang="en-US" sz="7200" b="1" dirty="0">
              <a:solidFill>
                <a:srgbClr val="00B0F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859521B-F231-4828-9D02-8D15563D08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93896" b="92351"/>
          <a:stretch/>
        </p:blipFill>
        <p:spPr>
          <a:xfrm>
            <a:off x="0" y="11141"/>
            <a:ext cx="1847983" cy="327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12320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30</Words>
  <Application>Microsoft Office PowerPoint</Application>
  <PresentationFormat>ユーザー設定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メイリオ</vt:lpstr>
      <vt:lpstr>Arial</vt:lpstr>
      <vt:lpstr>Calibri</vt:lpstr>
      <vt:lpstr>ホワイト</vt:lpstr>
      <vt:lpstr>PowerPoint プレゼンテーション</vt:lpstr>
    </vt:vector>
  </TitlesOfParts>
  <Company>大阪工業大学工学部空間デザイン学科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環境デザイン 研究室</dc:creator>
  <cp:lastModifiedBy>RDC担当＜工大 研究支援社会連携推進課＞</cp:lastModifiedBy>
  <cp:revision>21</cp:revision>
  <dcterms:created xsi:type="dcterms:W3CDTF">2017-09-25T23:46:27Z</dcterms:created>
  <dcterms:modified xsi:type="dcterms:W3CDTF">2024-09-17T04:41:51Z</dcterms:modified>
</cp:coreProperties>
</file>